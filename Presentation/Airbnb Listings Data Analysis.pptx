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5" r:id="rId5"/>
    <p:sldId id="267" r:id="rId6"/>
    <p:sldId id="266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7AC12-ACB3-4548-83D8-809A7CC6A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EEBCB-C6A2-4867-9CDA-B5ECFC1E7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A2929-103A-4F87-84E2-7947705DC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ECD6-CF7C-4602-AB64-522C720B237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D3CE7-74A0-458D-B215-9D999EF04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2E803-2BB9-4E7A-B771-238A9CFF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34BFE-C46F-4B87-88EA-CF885207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0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C1E1-319D-4777-8303-45D9E87B5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55EC8-26A8-4C51-A164-17BB15BA8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6AC9-9F23-4222-9322-BF66D0984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ECD6-CF7C-4602-AB64-522C720B237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FEDD-7979-47A3-901D-24CE88DB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39DCC-A56B-4973-AC40-461323B8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34BFE-C46F-4B87-88EA-CF885207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69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C3672-A44A-444A-84C7-1C60087F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440BE-8234-47E0-9E0A-412F9A246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67EEB-0D9F-4430-A681-74A6BB0AA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ECD6-CF7C-4602-AB64-522C720B237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39755-A916-455D-8923-851BC0B57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E4609-A0E6-4B1F-AC8D-05F8D981E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34BFE-C46F-4B87-88EA-CF885207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67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2FDAE-CC94-41D0-8BB5-C2B0ECC2C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DAFF2-7CB0-4DD9-86F1-C0DAE6384D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EB271-C3FB-4D03-9A29-5C3C39D1C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ADA75-7623-4FC4-96FC-026FFAA2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ECD6-CF7C-4602-AB64-522C720B237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82083-C3DE-4DE1-83B1-15B762C3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73A3D-B5BB-42B4-9079-21526C5DB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34BFE-C46F-4B87-88EA-CF885207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584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8970B-186E-4338-93A6-B7F1C4B3B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017C8-C5AB-4F9E-A631-562432B61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42005-1333-46B9-A90F-4265C6707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0E682-3A7F-4976-8B22-736C2F114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2F174B-294A-48BD-91AF-8006D8DBA1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6C9152-422D-4F77-B006-5C617DB2B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ECD6-CF7C-4602-AB64-522C720B237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E34725-6302-4185-97B3-FB78B991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3A0A41-9C5E-4B2B-B586-60E7E799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34BFE-C46F-4B87-88EA-CF885207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28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C7FE2-7191-46FC-91E4-CD41F2F45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BD936-1BBC-4863-9D32-EF297CA8B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ECD6-CF7C-4602-AB64-522C720B237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A381E-DFA9-4E39-A3A6-4C6522E1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B328D-F850-4DE9-94D9-1982FD7E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34BFE-C46F-4B87-88EA-CF885207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96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12137-C62C-4258-AC57-D806E065C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ECD6-CF7C-4602-AB64-522C720B237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4B099A-D73A-4970-819D-F1AEE7281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BC85C-3DC9-4FAB-B168-C9BF70D6E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34BFE-C46F-4B87-88EA-CF885207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51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7F4F1-B272-4397-B4E5-680C62AC4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CD471-1D42-4069-B060-86BA91BAB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E272F-777B-45EA-8D7D-A52D2BD00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3CDCE-F31C-4030-AD74-2B08E549A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ECD6-CF7C-4602-AB64-522C720B237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F2519-86C8-4594-8C91-8928B04A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2BAD3-BF1D-4F04-B3EC-01B7F412F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34BFE-C46F-4B87-88EA-CF885207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6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A469-1ACE-4F75-89B6-E41A328D4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D037B-3BF1-47BA-A5A7-4DC9382F5E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A6ABA-9D86-4A1C-A3A9-360DE2307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BEAC2-75FA-47F3-8BA6-C3846640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ECD6-CF7C-4602-AB64-522C720B237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D24FE-43F8-41FC-8DA4-B2BE7284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C4EF6-0148-4180-94AC-FA496B0D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34BFE-C46F-4B87-88EA-CF885207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34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A6DCE-40C7-42D4-AF30-DCA025D7F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F769F-7F97-4764-9062-3AE693979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1C135-E45B-4412-B932-A589ADA3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ECD6-CF7C-4602-AB64-522C720B237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91950-8EA4-435A-909E-86EA17F16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95222-3B7B-4325-BFB9-291A33A7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34BFE-C46F-4B87-88EA-CF885207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4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E4E00A-08C1-4661-8CCE-8B9407FED7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0F9E8-8D24-4543-BB2F-883C6D19A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895FE-4AB6-4E24-A6CC-209FBDCB7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7ECD6-CF7C-4602-AB64-522C720B237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ACC3C-DE3C-46F1-BDD6-2E5BD20B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C4EC0-6B1C-4D09-A4A5-418651CE3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34BFE-C46F-4B87-88EA-CF885207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10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E08FA-B1FF-4653-9C84-3C156A4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ACD18-BCF2-440A-B8A6-C27C61325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BBF3B-28CA-49F5-83D9-9F9D59D26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7ECD6-CF7C-4602-AB64-522C720B237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6B5C4-EE9D-4CE5-AF72-189222FB2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8D9A8-7330-4F76-8C9C-07B8FB839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34BFE-C46F-4B87-88EA-CF885207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3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1463040" y="1181686"/>
            <a:ext cx="9453489" cy="4572000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1463040" y="1464253"/>
            <a:ext cx="9453489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Title: Airbnb Listings Data Analysis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Subtitle: Exploratory Data Analysis of Airbnb Listing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9847384" y="1492388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D1C10E1-9AD3-4805-BA13-0C45587CB197}"/>
              </a:ext>
            </a:extLst>
          </p:cNvPr>
          <p:cNvSpPr/>
          <p:nvPr/>
        </p:nvSpPr>
        <p:spPr>
          <a:xfrm>
            <a:off x="1463040" y="4637729"/>
            <a:ext cx="9453489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CE9C3E1B-F4D3-43FA-BDC1-1B66D49C8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040" y="4638031"/>
            <a:ext cx="567636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Prepared by: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MD Nur Hossain Joy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Tools: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 | Pandas | NumPy | Matplotlib | Seaborn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7475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tx1"/>
                </a:solidFill>
              </a:rPr>
              <a:t>Project Overview</a:t>
            </a: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E112A4-A0AA-4C24-9688-62C4815C3AF1}"/>
              </a:ext>
            </a:extLst>
          </p:cNvPr>
          <p:cNvSpPr txBox="1"/>
          <p:nvPr/>
        </p:nvSpPr>
        <p:spPr>
          <a:xfrm>
            <a:off x="768385" y="964620"/>
            <a:ext cx="1095658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Content: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Analysis of Airbnb listing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Dataset contains property, host, location, pricing, reviews and availability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Focus on data cleaning and exploratory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Analysis performed using Python</a:t>
            </a:r>
          </a:p>
          <a:p>
            <a:endParaRPr lang="en-US" dirty="0"/>
          </a:p>
          <a:p>
            <a:r>
              <a:rPr lang="en-US" sz="2800" b="1" dirty="0"/>
              <a:t>Dataset Snapshot: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78E5A8-A8F7-4F66-A4F4-6BEDB3568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730846"/>
              </p:ext>
            </p:extLst>
          </p:nvPr>
        </p:nvGraphicFramePr>
        <p:xfrm>
          <a:off x="919062" y="3834769"/>
          <a:ext cx="10655228" cy="19812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327614">
                  <a:extLst>
                    <a:ext uri="{9D8B030D-6E8A-4147-A177-3AD203B41FA5}">
                      <a16:colId xmlns:a16="http://schemas.microsoft.com/office/drawing/2014/main" val="3695350545"/>
                    </a:ext>
                  </a:extLst>
                </a:gridCol>
                <a:gridCol w="5327614">
                  <a:extLst>
                    <a:ext uri="{9D8B030D-6E8A-4147-A177-3AD203B41FA5}">
                      <a16:colId xmlns:a16="http://schemas.microsoft.com/office/drawing/2014/main" val="1282075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349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Initial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20,770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1659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Initial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432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Final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20,724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29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Final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23*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585350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250ADAB-2043-4E21-A300-67CBC9447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062" y="5968368"/>
            <a:ext cx="10655228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153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tx1"/>
                </a:solidFill>
              </a:rPr>
              <a:t>Task 3: Data description</a:t>
            </a: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A1390F-2DF0-4032-9FE1-887AE1833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16" y="2040964"/>
            <a:ext cx="11160884" cy="336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424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tx1"/>
                </a:solidFill>
              </a:rPr>
              <a:t>Task 3: Data description</a:t>
            </a: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E8FBC7-2F9D-477F-BD63-D914D154C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73" y="1100137"/>
            <a:ext cx="10676769" cy="500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08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tx1"/>
                </a:solidFill>
              </a:rPr>
              <a:t>Task 3: Data description</a:t>
            </a: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1C3FCD-38BF-49DC-943C-69AB2CB30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54" y="1281726"/>
            <a:ext cx="11748781" cy="385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6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4: Data Cleaning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803181-BBC1-4293-BEC8-5662AD602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32" y="915989"/>
            <a:ext cx="9279759" cy="44081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79130A-0974-4960-B5B0-D2BFBC03D1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1917" y="2197510"/>
            <a:ext cx="9600587" cy="453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76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4: Data Cleaning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9E7B39-2FED-4707-99B6-09C7D0420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87" y="1009649"/>
            <a:ext cx="10641533" cy="540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04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4: Data Cleaning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7CA1D4-B546-4668-AEB1-52CAA8778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23" y="1087104"/>
            <a:ext cx="9969566" cy="495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08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4: Data Cleaning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38A400-2B22-4860-B13D-451E71BA1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837" y="1114425"/>
            <a:ext cx="945832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61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4: Data Cleaning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802F4F-516B-4F02-93F9-AB4B0F052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97" y="1176191"/>
            <a:ext cx="10606954" cy="439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3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Analysis-Univariate Analysis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2E1A04-0C8C-4659-9929-15E9248FA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60" y="1028739"/>
            <a:ext cx="12002245" cy="571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06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Analysis-Univariate Analysis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2E1A04-0C8C-4659-9929-15E9248FA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60" y="1028739"/>
            <a:ext cx="12002245" cy="571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902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Analysis-Univariate Analysis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2E1A04-0C8C-4659-9929-15E9248FA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60" y="1028739"/>
            <a:ext cx="12002245" cy="571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82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Analysis-Univariate Analysis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2E1A04-0C8C-4659-9929-15E9248FA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60" y="1028739"/>
            <a:ext cx="12002245" cy="571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06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Analysis-Univariate Analysis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2E1A04-0C8C-4659-9929-15E9248FA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60" y="1028739"/>
            <a:ext cx="12002245" cy="571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52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1"/>
            <a:ext cx="12192000" cy="91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Analysis-Univariate Analysis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C7EB98-DB3B-410F-952F-6FA6C9B09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61" y="1013252"/>
            <a:ext cx="11329878" cy="563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1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0"/>
            <a:ext cx="12192000" cy="1221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Analysis-Univariate Analysis</a:t>
            </a:r>
          </a:p>
          <a:p>
            <a:r>
              <a:rPr lang="en-US" sz="3600" b="1" dirty="0">
                <a:solidFill>
                  <a:schemeClr val="tx1"/>
                </a:solidFill>
                <a:latin typeface="system-ui"/>
              </a:rPr>
              <a:t>Price Distribution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62C834-879F-45E1-9A34-3B5A8D900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020" y="1410599"/>
            <a:ext cx="11783960" cy="549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035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0"/>
            <a:ext cx="12192000" cy="1221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Analysis-Univariate Analysis</a:t>
            </a:r>
          </a:p>
          <a:p>
            <a:r>
              <a:rPr lang="en-US" sz="3600" b="1" dirty="0">
                <a:solidFill>
                  <a:schemeClr val="tx1"/>
                </a:solidFill>
                <a:latin typeface="system-ui"/>
              </a:rPr>
              <a:t>Availability 365 Distribution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D395A9-21BA-44E6-AF4D-7D09F0853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8" y="1239398"/>
            <a:ext cx="12034684" cy="561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968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0"/>
            <a:ext cx="12192000" cy="1221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Analysis-Univariate Analysis</a:t>
            </a: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BC9566-B0AB-4D61-87BA-A53EBC8D9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12" y="4587459"/>
            <a:ext cx="11067188" cy="188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3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0"/>
            <a:ext cx="12192000" cy="1221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Analysis-Univariate Analysis</a:t>
            </a: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7D53D6-4AED-4611-8CFC-697AAE42B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27" y="1619247"/>
            <a:ext cx="11875541" cy="453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62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0"/>
            <a:ext cx="12192000" cy="1221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Analysis-Bi Variable Analysis: One variable dependency in another variable</a:t>
            </a: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E55CB8-1E92-4B94-A003-19FEC34E7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59" y="1550576"/>
            <a:ext cx="10372337" cy="479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08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0"/>
            <a:ext cx="12192000" cy="1221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Analysis-Bi Variable Analysis: One variable dependency in another variable</a:t>
            </a: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33E746-DF68-4489-B57C-66C697E65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74" y="1518983"/>
            <a:ext cx="11269806" cy="504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75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0"/>
            <a:ext cx="12192000" cy="1221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Analysis-Bi Variable Analysis: One variable dependency in another variable</a:t>
            </a: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B40757-DB2B-4946-B684-1CEB064F13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256502"/>
            <a:ext cx="12162504" cy="46014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E6448D-C465-443F-95FC-3F680ED9C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5" y="1608033"/>
            <a:ext cx="12133010" cy="40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9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0"/>
            <a:ext cx="12192000" cy="1221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Analysis-Bi Variable Analysis: One variable dependency in another variable</a:t>
            </a: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B40757-DB2B-4946-B684-1CEB064F13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256502"/>
            <a:ext cx="12162504" cy="46014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E6448D-C465-443F-95FC-3F680ED9C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5" y="1608033"/>
            <a:ext cx="12133010" cy="40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56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0"/>
            <a:ext cx="12192000" cy="1221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Analysis-Bi Variable Analysis: One variable dependency in another variable</a:t>
            </a: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5842C4-EE8B-4C65-8E27-71670CDA1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3" y="1461933"/>
            <a:ext cx="11941167" cy="534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42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0" y="-1"/>
            <a:ext cx="12192000" cy="685799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BF2BF-2C40-4271-9925-6AAE0F8F5AF2}"/>
              </a:ext>
            </a:extLst>
          </p:cNvPr>
          <p:cNvSpPr/>
          <p:nvPr/>
        </p:nvSpPr>
        <p:spPr>
          <a:xfrm>
            <a:off x="0" y="2800"/>
            <a:ext cx="12192000" cy="1221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i="0" dirty="0">
                <a:solidFill>
                  <a:schemeClr val="tx1"/>
                </a:solidFill>
                <a:effectLst/>
                <a:latin typeface="system-ui"/>
              </a:rPr>
              <a:t>Task 5: Data Analysis-Bi Variable Analysis: One variable dependency in another variable</a:t>
            </a:r>
          </a:p>
        </p:txBody>
      </p:sp>
      <p:pic>
        <p:nvPicPr>
          <p:cNvPr id="1030" name="Picture 6" descr="Airbnb Community Fund supporting Domestic and Family Violence in Australia">
            <a:extLst>
              <a:ext uri="{FF2B5EF4-FFF2-40B4-BE49-F238E27FC236}">
                <a16:creationId xmlns:a16="http://schemas.microsoft.com/office/drawing/2014/main" id="{CAE11681-D46A-4298-8A88-A1CC80CBF0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33123" r="20611" b="33657"/>
          <a:stretch/>
        </p:blipFill>
        <p:spPr bwMode="auto">
          <a:xfrm>
            <a:off x="11121496" y="51432"/>
            <a:ext cx="1041009" cy="4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240E43-026C-475F-8607-E1195AC21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24340"/>
            <a:ext cx="12192000" cy="8425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305521-53B0-4902-875A-844F7C7616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606" y="2199628"/>
            <a:ext cx="6306788" cy="452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45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8704C-E9A1-4D36-95BD-634D047B5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E24696-55AB-45ED-AA46-3ADB76A9E1C4}"/>
              </a:ext>
            </a:extLst>
          </p:cNvPr>
          <p:cNvSpPr/>
          <p:nvPr/>
        </p:nvSpPr>
        <p:spPr>
          <a:xfrm>
            <a:off x="1463040" y="1181686"/>
            <a:ext cx="9453489" cy="4572000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E125FD-19AC-422F-BD76-EE5330D77EC0}"/>
              </a:ext>
            </a:extLst>
          </p:cNvPr>
          <p:cNvGrpSpPr/>
          <p:nvPr/>
        </p:nvGrpSpPr>
        <p:grpSpPr>
          <a:xfrm>
            <a:off x="1463040" y="4446604"/>
            <a:ext cx="9453489" cy="913188"/>
            <a:chOff x="1463040" y="1464253"/>
            <a:chExt cx="9453489" cy="91318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1BF2BF-2C40-4271-9925-6AAE0F8F5AF2}"/>
                </a:ext>
              </a:extLst>
            </p:cNvPr>
            <p:cNvSpPr/>
            <p:nvPr/>
          </p:nvSpPr>
          <p:spPr>
            <a:xfrm>
              <a:off x="1463040" y="1464253"/>
              <a:ext cx="9453489" cy="9131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End of Project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pic>
          <p:nvPicPr>
            <p:cNvPr id="1030" name="Picture 6" descr="Airbnb Community Fund supporting Domestic and Family Violence in Australia">
              <a:extLst>
                <a:ext uri="{FF2B5EF4-FFF2-40B4-BE49-F238E27FC236}">
                  <a16:creationId xmlns:a16="http://schemas.microsoft.com/office/drawing/2014/main" id="{CAE11681-D46A-4298-8A88-A1CC80CBF0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901" t="33123" r="20611" b="33657"/>
            <a:stretch/>
          </p:blipFill>
          <p:spPr bwMode="auto">
            <a:xfrm>
              <a:off x="9847384" y="1492388"/>
              <a:ext cx="1041009" cy="407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7046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276</Words>
  <Application>Microsoft Office PowerPoint</Application>
  <PresentationFormat>Widescreen</PresentationFormat>
  <Paragraphs>50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MD.Nur Hossain</dc:creator>
  <cp:lastModifiedBy>MD.Nur Hossain</cp:lastModifiedBy>
  <cp:revision>2</cp:revision>
  <dcterms:created xsi:type="dcterms:W3CDTF">2026-09-28T18:40:19Z</dcterms:created>
  <dcterms:modified xsi:type="dcterms:W3CDTF">2026-09-28T19:52:12Z</dcterms:modified>
</cp:coreProperties>
</file>